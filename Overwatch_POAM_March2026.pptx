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" cy="20116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OVERWATCH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OF ACTION &amp; MILESTONES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Narrative-to-Structure Intelligence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Lines of Effort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Data  •  Build the AI POC  •  Integrate Maven Smart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exists as unstructured narratives — OPLANs, FRAGORDs, Intel reports. Manual extraction is slow, error-prone, and can't keep pace with decision timelines.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54864" cy="1554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uses AI to transform narrative data into structured findings, tasking orders, and a knowledge graph — enabling real-time decision support across all domains.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560320" cy="14173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2560320" cy="4572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0040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601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Data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 data sources, formats, security constraints, and access paths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91840" y="3017520"/>
            <a:ext cx="2560320" cy="14173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91840" y="3017520"/>
            <a:ext cx="2560320" cy="4572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20040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9476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79476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AI POC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4290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system using AI-generated scenario data to prove ingest and advisor capabilities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126480" y="3017520"/>
            <a:ext cx="2560320" cy="14173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26480" y="3017520"/>
            <a:ext cx="256032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20040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2940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3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62940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 Smart System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26364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the production Maven platform for operational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 &amp; LOE PROGRESS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2606040" cy="34290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260604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1: Find the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240280"/>
            <a:ext cx="2331720" cy="109728"/>
          </a:xfrm>
          <a:prstGeom prst="rect">
            <a:avLst/>
          </a:prstGeom>
          <a:solidFill>
            <a:srgbClr val="324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240280"/>
            <a:ext cx="349758" cy="109728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96896"/>
            <a:ext cx="146304" cy="1463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CENTCOM and INDOPACOM data sources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98648"/>
            <a:ext cx="146304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2843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Surveying existing data in Maven Smart System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systems: JIST, GCCS, C2 / Intel DBs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02152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designed on assumptions — refining as real data emerges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246120" y="1097280"/>
            <a:ext cx="2606040" cy="34290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246120" y="1097280"/>
            <a:ext cx="260604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4" name="Text 18"/>
          <p:cNvSpPr/>
          <p:nvPr/>
        </p:nvSpPr>
        <p:spPr>
          <a:xfrm>
            <a:off x="338328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2: Build AI POC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38328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443484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May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383280" y="2240280"/>
            <a:ext cx="2331720" cy="109728"/>
          </a:xfrm>
          <a:prstGeom prst="rect">
            <a:avLst/>
          </a:prstGeom>
          <a:solidFill>
            <a:srgbClr val="324A5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596896"/>
            <a:ext cx="146304" cy="1463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1188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system using AI-generated scenario data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898648"/>
            <a:ext cx="146304" cy="14630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11880" y="2843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scenario generation pipeline operational</a:t>
            </a:r>
            <a:endParaRPr lang="en-US" sz="9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200400"/>
            <a:ext cx="146304" cy="14630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61188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with type identification &amp; normalization</a:t>
            </a:r>
            <a:endParaRPr lang="en-US" sz="9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502152"/>
            <a:ext cx="146304" cy="1463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61188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strategy → missions → assets &amp; dependencies</a:t>
            </a:r>
            <a:endParaRPr lang="en-US" sz="9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803904"/>
            <a:ext cx="146304" cy="14630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61188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 engine with orbital propagation</a:t>
            </a:r>
            <a:endParaRPr lang="en-US" sz="9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4105656"/>
            <a:ext cx="146304" cy="14630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611880" y="4050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advisor (COA, NLQ, impact assessment)</a:t>
            </a:r>
            <a:endParaRPr lang="en-US" sz="900" dirty="0"/>
          </a:p>
        </p:txBody>
      </p:sp>
      <p:sp>
        <p:nvSpPr>
          <p:cNvPr id="40" name="Shape 28"/>
          <p:cNvSpPr/>
          <p:nvPr/>
        </p:nvSpPr>
        <p:spPr>
          <a:xfrm>
            <a:off x="6035040" y="1097280"/>
            <a:ext cx="2606040" cy="34290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6035040" y="1097280"/>
            <a:ext cx="260604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2" name="Text 30"/>
          <p:cNvSpPr/>
          <p:nvPr/>
        </p:nvSpPr>
        <p:spPr>
          <a:xfrm>
            <a:off x="617220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3: Maven Smart System</a:t>
            </a:r>
            <a:endParaRPr lang="en-US" sz="1100" dirty="0"/>
          </a:p>
        </p:txBody>
      </p:sp>
      <p:sp>
        <p:nvSpPr>
          <p:cNvPr id="43" name="Text 31"/>
          <p:cNvSpPr/>
          <p:nvPr/>
        </p:nvSpPr>
        <p:spPr>
          <a:xfrm>
            <a:off x="617220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3200" dirty="0"/>
          </a:p>
        </p:txBody>
      </p:sp>
      <p:sp>
        <p:nvSpPr>
          <p:cNvPr id="44" name="Text 32"/>
          <p:cNvSpPr/>
          <p:nvPr/>
        </p:nvSpPr>
        <p:spPr>
          <a:xfrm>
            <a:off x="722376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Initiating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6172200" y="2240280"/>
            <a:ext cx="2331720" cy="109728"/>
          </a:xfrm>
          <a:prstGeom prst="rect">
            <a:avLst/>
          </a:prstGeom>
          <a:solidFill>
            <a:srgbClr val="324A5F"/>
          </a:solidFill>
          <a:ln/>
        </p:spPr>
      </p:sp>
      <p:sp>
        <p:nvSpPr>
          <p:cNvPr id="46" name="Shape 34"/>
          <p:cNvSpPr/>
          <p:nvPr/>
        </p:nvSpPr>
        <p:spPr>
          <a:xfrm>
            <a:off x="6172200" y="2240280"/>
            <a:ext cx="233172" cy="10972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596896"/>
            <a:ext cx="146304" cy="146304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40080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access secured</a:t>
            </a:r>
            <a:endParaRPr lang="en-US" sz="90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2898648"/>
            <a:ext cx="146304" cy="14630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400800" y="2843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and tooling survey underway</a:t>
            </a:r>
            <a:endParaRPr lang="en-US" sz="90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3200400"/>
            <a:ext cx="146304" cy="146304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640080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ontology concepts mapped from POC schema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1: FIND THE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Identify and access real operational data via CENTCOM, INDOPACOM, and Maven Smart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196596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MAR–MAY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&amp; Samples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candidate systems (JIST, GCCS, C2 / Intel DBs)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existing data in Maven Smart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samples via CENTCOM and INDOPACOM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pursue access requests in parallel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554480"/>
            <a:ext cx="196596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MAR–MAY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Discovery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formats (USMTF, OTH-Gold, VMF, Link 16)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security and access constraints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AI ingest pipeline against real formats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schemas based on findings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54480"/>
            <a:ext cx="196596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POC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 data formats in unclassified environment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structured output accuracy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AI pipeline against discovered formats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lay of the land complete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1554480"/>
            <a:ext cx="196596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ONWARD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Data Access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connectivity to additional sources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persistent data feed pipelines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ETL paths from source to Overwatch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088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 at scale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2: BUILD THE AI PROOF OF CONCEPT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POC using AI-generated scenario data to prove ingest and advisor capabilities by mid-May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54864" cy="29260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POC DELIVERY TARGET: MID-MAY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26–APR 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document ingestion edge cases, refine review flag workflow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10–25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knowledge graph visualization, improve real-time update stability during ingestion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25–MAY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 build: ingest document → structured data → map + Gantt display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5–12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LOE 1 data formats in unclassified environment; validate AI pipeline adaptability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12–20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UI, fix remaining bugs, prepare POC demo package for stakeholder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20–31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review, stakeholder demo, collect feedback to shape follow-on development priorities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3931920"/>
            <a:ext cx="7589520" cy="365760"/>
          </a:xfrm>
          <a:prstGeom prst="rect">
            <a:avLst/>
          </a:prstGeom>
          <a:solidFill>
            <a:srgbClr val="324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319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DELIVERABLE:  AI ingest POC + AI advisor POC — learnings transfer directly to Maven Smart System build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3: MAVEN SMART SYSTEM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production Overwatch capability within Maven Smart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196596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MAR–APR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&amp; Foundation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and tooling survey of Maven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available connectors and AIP features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ontology design from POC schema assumptions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803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development environment and access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554480"/>
            <a:ext cx="196596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APR–MAY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AI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building Foundry transforms for ingest pipeline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748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AI document identification in platform AIP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POC patterns to Maven equivalents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803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POC milestone: demonstrate basic ingest capability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54480"/>
            <a:ext cx="196596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Overwatch dashboard in 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Map/timeline views using platform geo tools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workflows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803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ontology as real data formats emerge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1554480"/>
            <a:ext cx="196596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Testing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with operators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validation at operational scale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and accreditation prep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3803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 and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65269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0" name="Text 8"/>
          <p:cNvSpPr/>
          <p:nvPr/>
        </p:nvSpPr>
        <p:spPr>
          <a:xfrm>
            <a:off x="2965269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65269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18857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3" name="Text 11"/>
          <p:cNvSpPr/>
          <p:nvPr/>
        </p:nvSpPr>
        <p:spPr>
          <a:xfrm>
            <a:off x="3918857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18857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2446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6" name="Text 14"/>
          <p:cNvSpPr/>
          <p:nvPr/>
        </p:nvSpPr>
        <p:spPr>
          <a:xfrm>
            <a:off x="4872446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72446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6034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9" name="Text 17"/>
          <p:cNvSpPr/>
          <p:nvPr/>
        </p:nvSpPr>
        <p:spPr>
          <a:xfrm>
            <a:off x="5826034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26034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9623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2" name="Text 20"/>
          <p:cNvSpPr/>
          <p:nvPr/>
        </p:nvSpPr>
        <p:spPr>
          <a:xfrm>
            <a:off x="6779623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79623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33211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5" name="Text 23"/>
          <p:cNvSpPr/>
          <p:nvPr/>
        </p:nvSpPr>
        <p:spPr>
          <a:xfrm>
            <a:off x="7733211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33211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12694" y="1234440"/>
            <a:ext cx="27432" cy="37490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8" name="Text 26"/>
          <p:cNvSpPr/>
          <p:nvPr/>
        </p:nvSpPr>
        <p:spPr>
          <a:xfrm>
            <a:off x="2492654" y="1005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395651" y="1234440"/>
            <a:ext cx="27432" cy="37490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4075611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DUE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432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2011680"/>
            <a:ext cx="2383971" cy="457200"/>
          </a:xfrm>
          <a:prstGeom prst="rect">
            <a:avLst/>
          </a:prstGeom>
          <a:solidFill>
            <a:srgbClr val="3A86FF">
              <a:alpha val="7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011680"/>
            <a:ext cx="2383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Format Discovery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95651" y="2011680"/>
            <a:ext cx="476794" cy="457200"/>
          </a:xfrm>
          <a:prstGeom prst="rect">
            <a:avLst/>
          </a:prstGeom>
          <a:solidFill>
            <a:srgbClr val="3A86FF">
              <a:alpha val="7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2446" y="2011680"/>
            <a:ext cx="3814354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2446" y="2011680"/>
            <a:ext cx="3814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Access &amp; Connectivity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POC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11680" y="3108960"/>
            <a:ext cx="2383971" cy="4572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3108960"/>
            <a:ext cx="2383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Build &amp; Demo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72446" y="3108960"/>
            <a:ext cx="3814354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2446" y="3108960"/>
            <a:ext cx="3814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Follow-On Development (Shaped by POC Results)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11680" y="4206240"/>
            <a:ext cx="953589" cy="45720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0" y="4206240"/>
            <a:ext cx="953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965269" y="4206240"/>
            <a:ext cx="1430383" cy="45720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65269" y="4206240"/>
            <a:ext cx="1430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72446" y="4206240"/>
            <a:ext cx="1907177" cy="457200"/>
          </a:xfrm>
          <a:prstGeom prst="rect">
            <a:avLst/>
          </a:prstGeom>
          <a:solidFill>
            <a:srgbClr val="324A5F">
              <a:alpha val="70000"/>
            </a:srgbClr>
          </a:solidFill>
          <a:ln w="12700">
            <a:solidFill>
              <a:srgbClr val="324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2446" y="4206240"/>
            <a:ext cx="1907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Layer Build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779623" y="4206240"/>
            <a:ext cx="1907177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79623" y="4206240"/>
            <a:ext cx="1907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Testing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 &amp; CONVERGENCE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LOEs feed each other to converge on an operational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286000" cy="17373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2286000" cy="4572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1: Find Data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1031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formats and schemas inform both the AI harness design and the Maven ontology. Without characterization, downstream efforts build on assumptions.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24028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29000" y="1554480"/>
            <a:ext cx="2286000" cy="17373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29000" y="1554480"/>
            <a:ext cx="2286000" cy="4572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737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2: AI POC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611880" y="21031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POC validates AI can parse unknown formats. Proven identification and normalization patterns transfer to Maven AIP.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24028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0" y="1554480"/>
            <a:ext cx="2286000" cy="17373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0" y="1554480"/>
            <a:ext cx="228600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37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494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3: Maven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583680" y="21031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 consumes real data (LOE 1) using validated AI patterns (LOE 2) within the Maven Smart System environment.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CROSS-LOE DEPENDENCIES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73152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22860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 samples available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2,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ingest patterns validated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ontology mapped to schema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1,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IMPACT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0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0" y="1005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Unknown Data Formats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operational data may use formats not yet encountered. Schemas designed on assumptions until real data arrives.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1234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uses AI harnesses specifically designed for unknown formats. Two-phase identification adapts to new structures. Schemas refine iteratively.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057400"/>
            <a:ext cx="54864" cy="7772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Access Delays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constraints or bureaucratic gates delay real data sample availability.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POC development with synthetic and exercise data. Design AI pipeline to be format-agnostic. Pursue multiple data source paths in parallel.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71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 Integration Complexity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POC schema to Maven ontology may reveal incompatibilities or require redesign.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ontology mapping early (Mar). Use POC schema as validated reference. Leverage platform professional services.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40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Performance at Scale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3840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accuracy may degrade with noisy, real-world operational text vs clean training data.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and review flags for human-in-the-loop validation. Iterative refinement as real data becomes available.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MILESTONES &amp; DECISION POINTS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B703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73152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/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data samples obtained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Go/No-Go: real data access path confirmed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survey and ontology draft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Maven platform viability for Overwatch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demo: ingest → map/Gantt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review; initial lay of the land across all 3 LOEs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ingest patterns validated; Maven pipeline prototype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AI patterns port to Maven AIP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dashboard MVP 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acceptance, begin UAT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Operational Capability (IOC)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decision for FOC phase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 AHEAD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ACTIONS (NEXT 30 DAYS)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CENTCOM/INDOPACOM data access; survey existing Maven data; obtain samples from JIST and C2 systems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document ingestion and knowledge graph for end-to-end POC demo by mid-May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788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Maven platform capability survey; begin ontology design and initial AI pipeline prototyping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337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mid-May POC review with stakeholders; define success criteria across all three LOEs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STATE: A production-ready, AI-powered operational intelligence system running within Maven Smart System, ingesting real data and providing real-time decision support to Joint Force Commanders.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OVERWATCH — Plan of Action &amp; Milestones</dc:title>
  <dc:subject>PptxGenJS Presentation</dc:subject>
  <dc:creator>Dustin Stringer</dc:creator>
  <cp:lastModifiedBy>Dustin Stringer</cp:lastModifiedBy>
  <cp:revision>1</cp:revision>
  <dcterms:created xsi:type="dcterms:W3CDTF">2026-03-26T22:34:25Z</dcterms:created>
  <dcterms:modified xsi:type="dcterms:W3CDTF">2026-03-26T22:34:25Z</dcterms:modified>
</cp:coreProperties>
</file>